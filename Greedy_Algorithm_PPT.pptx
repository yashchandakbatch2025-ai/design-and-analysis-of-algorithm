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Greedy Algorithm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3D8"/>
                </a:solidFill>
              </a:rPr>
              <a:t>Design and Analysis of Algorithms (DAA) Lab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Generated using Claude (Anthropic)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3E3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What is a Greedy Algorithm?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Builds a solution step by step, always picking the best option available right now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Never reconsiders earlier choices (no backtracking)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Fast and simple, but correct only for problems with the right structure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Goal: a locally optimal choice at each step leads to a globally optimal solution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Key Properties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Greedy choice property: a global optimum can be reached by making a local optimal choice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Optimal substructure: an optimal solution contains optimal solutions to its subproblems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Feasibility: each chosen item must keep the partial solution valid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Correctness is usually proved by an exchange argument or induction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General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1. Define the candidate set and a selection rule (e.g. sort by finish time, ratio, weight)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2. Sort candidates by the greedy criterion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3. Repeatedly pick the best candidate that keeps the solution feasible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4. Stop when no candidates remain or the goal is reached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Typical cost: O(n log n) because of sorting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Classic Greedy Problems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Activity Selection: pick earliest finish time, O(n log 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Fractional Knapsack: pick highest value/weight ratio, O(n log 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Huffman Coding: merge two lowest-frequency nodes, O(n log 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Kruskal and Prim: minimum spanning tree, O(E log V)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Dijkstra: shortest path with non-negative weights, O((V+E) log V)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Example: Activity Selection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Activities (start, finish): A(1,4) B(3,5) C(0,6) D(5,7) E(8,9) F(5,9)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Sort by finish time: A, B, C, D, E, F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Pick A (ends 4); skip B and C (overlap); pick D (starts 5); skip F; pick E (starts 8)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Result: {A, D, E} = 3 activities, the maximum possible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Greedy vs Dynamic Programming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Greedy: one choice per step, no revisiting; fast, may fail to be optimal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DP: tries all subproblem choices and stores results; slower, always optimal when applicable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Fractional knapsack: greedy works. 0/1 knapsack: greedy fails, use DP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Coin change: greedy works for some coin systems (e.g. 1,5,10,25) but not all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Greedy algorithms trade exhaustive search for a smart selection rule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Efficient, easy to implement, and optimal when the greedy choice property holds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Always verify correctness with a proof or counterexample before relying on greedy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Generated using Claude (Anthropic)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2026-10-19T12:59:55Z</dcterms:created>
  <dcterms:modified xsi:type="dcterms:W3CDTF">2026-10-19T12:59:55Z</dcterms:modified>
</cp:coreProperties>
</file>